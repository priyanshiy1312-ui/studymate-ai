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gradient points uphill, so we step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function: measures how wrong the model is</a:t>
            </a:r>
          </a:p>
          <a:p>
            <a:r>
              <a:t>Update rule: w = w - learning_rate * gradient</a:t>
            </a:r>
          </a:p>
          <a:p>
            <a:r>
              <a:t>Repeat until the loss stops decreasing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large: loss oscillates or diverges</a:t>
            </a:r>
          </a:p>
          <a:p>
            <a:r>
              <a:t>Too small: training is very slow</a:t>
            </a:r>
          </a:p>
          <a:p>
            <a:r>
              <a:t>Tip: start around 0.01 and adjust; use schedules that decay the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vs Mini-batch vs Stochastic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Batch: gradient over the full dataset, stable but slow</a:t>
            </a:r>
          </a:p>
          <a:p>
            <a:r>
              <a:t>Stochastic: one example per step, noisy but fast</a:t>
            </a:r>
          </a:p>
          <a:p>
            <a:r>
              <a:t>Mini-batch: small random batches, the standard compromise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evaluate on held-out data</a:t>
            </a:r>
          </a:p>
          <a:p>
            <a:r>
              <a:t>Large gap between train and test error signals overfitting</a:t>
            </a:r>
          </a:p>
          <a:p>
            <a:r>
              <a:t>Use cross-validation when data is scarce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